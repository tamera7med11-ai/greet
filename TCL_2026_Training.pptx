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TCL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8002D"/>
                </a:solidFill>
                <a:latin typeface="Arial"/>
              </a:rPr>
              <a:t>TCL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TRAINING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The Complete
TCL TV Lineup.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29768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10 Models. One 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"/>
              </a:rPr>
              <a:t>This is not a product catalogue.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BBBBB"/>
                </a:solidFill>
                <a:latin typeface="Arial"/>
              </a:rPr>
              <a:t>This is your competitive 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Let's begin.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What changed
this year?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Arial"/>
              </a:rPr>
              <a:t>Everything.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"/>
              </a:rPr>
              <a:t>Everything.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21031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SQD Technology — across the premium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RGB MiniLED — for the ultra-large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Dolby Vision 2 Max — exclusive to TCL.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2026 FULL LINEUP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X11L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Flagship · SQD MiniLED · 10,000 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533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RM9L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64208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Ultra-Large · RGB MiniLED · 9,000 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3225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C8L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22576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Premium · SQD MiniLED · 6,000 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67004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980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C7L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80944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Best Seller · SQD MiniLED · 3,000 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32841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639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RM7L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39312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Large · RGB MiniLED · 2,000 nits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98678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C6L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976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Mid Premium · QLED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6451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956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P8L / P7L / P6L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56048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Value · 4K Smart TV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30352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6144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V6D / T6D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614416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Entry · Smart TV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96188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Know the lineup.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Own the floor.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FLAGSHIP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Arial"/>
              </a:rPr>
              <a:t>X11L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The pinnacle of display technology.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There is no TV
above the X11L.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10,000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10,000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of Brightness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X11L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The most precise backlight ever built.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PANEL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WHVA 2.0 Ultra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1089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Wide High Viewing Angle — 2nd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Perfect color from every seat in the room.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X11L FULL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WHVA 2.0 Ultra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533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Backlight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373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84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10,000 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8163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20,000+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5478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793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634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75"  ·  85"  ·  98"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50109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AVAILABLE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75"     85"     98"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From premium to palace.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There's nothing
above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9377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X11L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ULTRA-LARGE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Arial"/>
              </a:rPr>
              <a:t>RM9L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RGB MiniLED. Reimagined.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Massive screen.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Massive brightness.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Massive impact.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9,000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9,000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RGB MiniLED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RM9L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SCREEN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85"     98"     115"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When bigger is the point.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RM9L FULL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Backlight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2801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RGB MiniLED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276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574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9,000 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048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Color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346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Ultra-wide color gamut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1821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118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9593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3891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85"  ·  98"  ·  115"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7365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For the customer who wants it all
— and larger.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Arial"/>
              </a:rPr>
              <a:t>C8L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SQD MiniLED. Perfected.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6,000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6,000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SQD MiniLED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C8L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Precision you can see.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WORLD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"/>
              </a:rPr>
              <a:t>Dolby Vision 2 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1463040"/>
            <a:ext cx="2560320" cy="502920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EXCLUSIVE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30175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Only available on the TCL C8L.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23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002D"/>
                </a:solidFill>
                <a:latin typeface="Arial"/>
              </a:rPr>
              <a:t>No other brand has this. Use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C8L FULL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533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373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6,000 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84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4,032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8163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Exclusive HDR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★  Dolby Vision 2 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5478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also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793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634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55"  to  98"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50109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Premium picture.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Exclusive technology.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C8L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BEST SELLER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FFFFFF"/>
                </a:solidFill>
                <a:latin typeface="Arial"/>
              </a:rPr>
              <a:t>C7L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SQD MiniLED. For everyone.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The one they'll
ask for by name.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3,000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3,000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SQD MiniLED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C7L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2,176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2,176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Local Dimming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Blacks this deep have never been this affordable.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Refresh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Zero blur. Zero ghosting.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229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Gaming.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Movies.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Sports.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Everything.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C7L FULL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8229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SQD MiniLED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1704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481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Peak Brightness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81328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3,000 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396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Dimming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39696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Up to 2,176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487168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7980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Refresh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98064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144Hz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145536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456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456432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803904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Screen Sizes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1148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55"  to  98"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4622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773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Color Combos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773168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1.07 Billion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120640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The best seller
for a reason.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9377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002D"/>
                </a:solidFill>
                <a:latin typeface="Arial"/>
              </a:rPr>
              <a:t>TCL C7L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LARGE SCREEN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Arial"/>
              </a:rPr>
              <a:t>RM7L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Arial"/>
              </a:rPr>
              <a:t>RGB MiniLED. Bold colors at scale.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0" b="1" i="0">
                <a:solidFill>
                  <a:srgbClr val="FFFFFF"/>
                </a:solidFill>
                <a:latin typeface="Arial"/>
              </a:rPr>
              <a:t>2,000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</a:rPr>
              <a:t>2,000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Peak Nits · RGB MiniLED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TCL RM7L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Big screen.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Bold colors.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8002D"/>
                </a:solidFill>
                <a:latin typeface="Arial"/>
              </a:rPr>
              <a:t>Better value.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MID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C6L · P8L · P7L · P6L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6576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Smart. Sharp. Affordable.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QLED · MID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C6L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3891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QLED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7365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0292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4K Ultra HD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3766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6692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Dolby Vision · HDR10+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0167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MINILED ENTRY · VALUE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P8L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3891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MiniLED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7365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0292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4K Ultra HD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3766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6692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0167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4K SMART TV ·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7274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</a:rPr>
              <a:t>P7L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47274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  <a:latin typeface="Arial"/>
              </a:rPr>
              <a:t>4K · HDR10 · Smart TV
Great everyday viewing
for any family.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1371600"/>
            <a:ext cx="18288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6248" y="1371600"/>
            <a:ext cx="47274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</a:rPr>
              <a:t>P6L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6248" y="3474720"/>
            <a:ext cx="47274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  <a:latin typeface="Arial"/>
              </a:rPr>
              <a:t>4K · HDR · Smart TV
The entry point
to the TCL family.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A TCL for
every budget.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45720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BBBBB"/>
                </a:solidFill>
                <a:latin typeface="Arial"/>
              </a:rPr>
              <a:t>No customer walks away empty-handed.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ENTRY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V6D &amp; T6D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65760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BBBB"/>
                </a:solidFill>
                <a:latin typeface="Arial"/>
              </a:rPr>
              <a:t>Smart TV. Real quality. TCL price.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V6D &amp; T6D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Full HD / 4K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190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Smart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Google TV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963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HDR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9260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HDR10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2735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033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WiFi · Bluetooth · HDMI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0507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Positioning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4805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Best first TV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8280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Everyone deserves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a great TV.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TECHNOLOGY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889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E8002D"/>
                </a:solidFill>
                <a:latin typeface="Arial"/>
              </a:rPr>
              <a:t>SQD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Sub-pixel
Quantum Dot.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4389120"/>
            <a:ext cx="914400" cy="36576"/>
          </a:xfrm>
          <a:prstGeom prst="rect">
            <a:avLst/>
          </a:prstGeom>
          <a:solidFill>
            <a:srgbClr val="E8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The next evolution beyond QLED.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TCL-exclusive. Patent-protected.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Regular QLED: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888888"/>
                </a:solidFill>
                <a:latin typeface="Arial"/>
              </a:rPr>
              <a:t>One filter. Whole screen.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002D"/>
                </a:solidFill>
                <a:latin typeface="Arial"/>
              </a:rPr>
              <a:t>SQD: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Every pixel.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BBBBBB"/>
                </a:solidFill>
                <a:latin typeface="Arial"/>
              </a:rPr>
              <a:t>Its own filter.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1.07B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Arial"/>
              </a:rPr>
              <a:t>1.07B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7548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Color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002D"/>
                </a:solidFill>
                <a:latin typeface="Arial"/>
              </a:rPr>
              <a:t>The human eye can see about 10 million.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SQD VS THE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88888"/>
                </a:solidFill>
                <a:latin typeface="Arial"/>
              </a:rPr>
              <a:t>QLED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Panel-level quantum dot filter.
Good color. Limited precision.
One filter for millions of pixels.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280160"/>
            <a:ext cx="18288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70832" y="12801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88888"/>
                </a:solidFill>
                <a:latin typeface="Arial"/>
              </a:rPr>
              <a:t>OLED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Self-emissive pixels.
Great black levels.
Lower brightness. Burn-in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280160"/>
            <a:ext cx="18288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2801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002D"/>
                </a:solidFill>
                <a:latin typeface="Arial"/>
              </a:rPr>
              <a:t>SQD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4464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BBBB"/>
                </a:solidFill>
                <a:latin typeface="Arial"/>
              </a:rPr>
              <a:t>Sub-pixel level filter.
Peak brightness of MiniLED.
Color precision per pixel.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SALES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"/>
              </a:rPr>
              <a:t>How to sell TCL
in 2026.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THE 3-STEP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01   Ask: "What do you watch most?"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02   Match: Show the right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03   Demo: Let the screen close the sale.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Arial"/>
              </a:rPr>
              <a:t>Show.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002D"/>
                </a:solidFill>
                <a:latin typeface="Arial"/>
              </a:rPr>
              <a:t>Don't tell.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The SQD difference is visible in 5 seconds.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THE SQD DEMO — IN-STORE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1.  Point to any QLED TV next to C7L / C8L.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2.  Say: "See the green on that screen?"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3.  Point to TCL: "Now look at ours."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4.  Say: "That's SQD — sub-pixel filtering."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</a:rPr>
              <a:t>5.  Ask: "Can you see the difference?"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002D"/>
                </a:solidFill>
                <a:latin typeface="Arial"/>
              </a:rPr>
              <a:t>UPSELL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Budget-conscious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C7L — Best value SQD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533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Wants the best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373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C8L — Dolby Vision 2 Max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8483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Wants extreme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RM9L — 85" to 115"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81635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Money is no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X11L — The pinnacle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54787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Gaming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C7L — 144Hz SQD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7939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BBBB"/>
                </a:solidFill>
                <a:latin typeface="Arial"/>
              </a:rPr>
              <a:t>First-time buyer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6344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P6L or P7L — Smart 4K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5010912"/>
            <a:ext cx="7616952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You are now
the expert.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Arial"/>
              </a:rPr>
              <a:t>ACHIEVEMENT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D4AF37"/>
                </a:solidFill>
                <a:latin typeface="Arial"/>
              </a:rPr>
              <a:t>TCL
CERTIFIED.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754880"/>
            <a:ext cx="914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BBBB"/>
                </a:solidFill>
                <a:latin typeface="Arial"/>
              </a:rPr>
              <a:t>You now sell the best TV technology in the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002D"/>
                </a:solidFill>
                <a:latin typeface="Arial"/>
              </a:rPr>
              <a:t>TCL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